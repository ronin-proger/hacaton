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ПРОТОТИП  ·  COMPUTER VISION  ·  CALENDAR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4F1EA"/>
                </a:solidFill>
                <a:latin typeface="Calibri"/>
              </a:rPr>
              <a:t>StroySync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1EA"/>
                </a:solidFill>
                <a:latin typeface="Calibri"/>
              </a:rPr>
              <a:t>Интеллектуальный контроль строительной площадки:
техника на камере ↔ этап календарного графика ↔ объяснимое предупреждение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Calibri"/>
              </a:rPr>
              <a:t>YOLO-World  ·  FastAPI  ·  React  ·  PostgreSQL  ·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По снимкам камер понять, какая техника реально работает на площадке.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Связать кадр с иерархическим календарным графиком (WBS, зоны, сроки).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Найти отклонения: нет обязательных машин, чужой этап, работы вперёд/назад графика.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Каждое предупреждение должно быть понятным прорабу: что видно, какой этап, какое правило.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Показать, как ставить камеры, чтобы аналитика была достоверной.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Концепция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Камера — это не «просто глаз», а датчик конкретной зоны графика.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Этап работ описывается цифровым отпечатком техники: обязательно / можно / нельзя.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Снимок превращается во множество классов. Jaccard к отпечатку = степень соответствия.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Сравнение с прошлым и будущим WBS выявляет отставание и опережение.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Правила именованы (MISSING_REQUIRED, FORBIDDEN_EQUIPMENT, AHEAD_OF_SCHEDULE…) — вывод проверяем.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Клиент: React-дашборд (мониторинг, график, камеры, история).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API: FastAPI — загрузка снимка, детекция, сопоставление, CRUD результатов.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CV: YOLO-World по текстовым промптам 8 типов техники; запасной YOLOv8n; demo для питча.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Matching engine: база знаний этапов + зона камеры + дата снимка.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Хранение: PostgreSQL/SQLite — техника, WBS, камеры, снимки, детекции, отклонения.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Поставка: Docker Compose (frontend + backend + Postgres).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Почему такой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YOLO-World: 8 классов ТЗ без ожидания размеченного датасета организаторов; легко добавить типы.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Дообучение классического YOLO — следующий шаг, когда появится разметка площадки.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FastAPI: типизированный API, файлы, OpenAPI для жюри (/docs).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React: операторский интерфейс, а не только блокнот Streamlit.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PostgreSQL: реляционный график, камеры, история анализов; SQLite для ноутбука.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Docker: воспроизводимый запуск на машине жюри.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Конвейер обнаружения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Вход: кадр + camera_id + timestamp (ключ к графику).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Промпты: dump truck, excavator, road roller, knuckle boom crane, concrete mixer, bulldozer, truck, mobile crane.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NMS по классу, порог уверенности, подписи на русском на аннотированном кадре.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Ограничение: модель открытая, не fine-tune на площадке заказчика. Demo-режим гарантирует питч.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Расширение: дообучение на архиве организаторов + tracking (ByteTrack) на видеопотоке.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Снимок ↔ этап графика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CAM-01 смотрит в котлован → WBS 2.*, 3.* (земляные и фундамент).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CAM-03 смотрит на пятно застройки → WBS 4.*, 5.* (каркас, кровля).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На 17.09.2026 активны фундамент (3 / 3.1) и старт каркаса (4 / 4.1).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Если CAM-01 видит каток — срабатывает FORBIDDEN_EQUIPMENT: каток принадлежит этапу благоустройства.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Если состав ближе к будущему WBS, чем к текущему — AHEAD_OF_SCHEDULE.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Предупреждения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MISSING_REQUIRED — этап идёт, обязательной техники нет (простой / отставание / слепая зона).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FORBIDDEN_EQUIPMENT — машина с чужого этапа, критический сигнал.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UNEXPECTED_EQUIPMENT — не запрещено, но нехарактерно (транзит по кадру).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AHEAD / BEHIND — отпечаток техники похож на будущий или прошедший WBS.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NO_ACTIVITY — пустой кадр при активном этапе.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ON_TRACK — обязательный набор закрыт, запрещённых нет. Это тоже результат анализа.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Демонстрация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Веб-интерфейс: http://localhost:5173 (или :8080 в Docker).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Сцены: фундамент в графике, земляные (архив), каркас, смесь этапов, каток-нарушитель, пустой кадр.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Справа — активный WBS, score, текст предупреждения со ссылкой на правило.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Вкладки «График» и «Камеры» показывают ту же базу знаний, что использует matcher.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API и CLI позволяют жюри прогнать свой снимок без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Как ставить камеры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Одна камера = одна зона графика. Иначе сопоставление неоднозначно.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Высота 8–18 м, угол 30–50°, техника ≥ 8–12% ширины кадра.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Обязательный ракурс на въезде: тип машины виден до слепой зоны котлована.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Перекрытие соседних камер 15–20%. ИК/подсветка для ночных заливок.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Вдоль оси дороги — иначе каток виден торцом и путается с грузовиком.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Не смотреть в низкое зимнее солнце; козырёк и обогрев зимой.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Масштабирование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RTSP + ByteTrack: техника не «мелькает», а живёт как объект во времени.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Fine-tune YOLO на датасете площадки (сезон, ночь, грязь, частичные перекрытия).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Импорт графика из MS Project / Primavera / 1С, несколько объектов холдинга.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Edge (Jetson) на бытовке: в облако уходят события, не видео.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Цифровой двойник: статус WBS красится по факту с камер, не по отчёту подрядчика.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ANPR на въезде + наряд-допуск: «миксер не заявлен на сегодня».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Ограничения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Open-vocabulary модель не заменяет разметку конкретной площадки.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Синтетические демо-кадры иллюстрируют логику; боевое качество — на реальном архиве.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Нет трекинга и работы по видеопотоку в этой версии.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График — учебный жилой объект, июнь 2026 — март 2027.</a:t>
            </a:r>
          </a:p>
          <a:p>
            <a:pPr>
              <a:spcAft>
                <a:spcPts val="800"/>
              </a:spcAft>
              <a:defRPr sz="1600">
                <a:solidFill>
                  <a:srgbClr val="F4F1EA"/>
                </a:solidFill>
                <a:latin typeface="Calibri"/>
              </a:defRPr>
            </a:pPr>
            <a:r>
              <a:t>•  Юридически значимый контроль требует регламента заказчика и человека в контуре.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CBD3"/>
                </a:solidFill>
                <a:latin typeface="Calibri"/>
              </a:rPr>
              <a:t>StroySync  ·  хакатон  ·  компьютерное зрение на стройплощадке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1EA"/>
                </a:solidFill>
                <a:latin typeface="Calibri"/>
              </a:rPr>
              <a:t>StroySync делает график проверяемым
по тому, что реально стоит в кадре.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CBD3"/>
                </a:solidFill>
                <a:latin typeface="Calibri"/>
              </a:rPr>
              <a:t>Детекция → зона камеры → активный WBS → правило → объяснение.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